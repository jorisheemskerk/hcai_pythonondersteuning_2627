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B99CDC-4B40-4EF7-A3C9-2FFF7A357183}" v="9" dt="2026-09-15T07:22:44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75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emskerk, J.P.H. (Joris)" userId="be9757c8-c787-49b9-8775-e50e6ac111b0" providerId="ADAL" clId="{2FBCE334-D629-49FD-9448-DEBCBF5BBF77}"/>
    <pc:docChg chg="undo custSel addSld delSld modSld">
      <pc:chgData name="Heemskerk, J.P.H. (Joris)" userId="be9757c8-c787-49b9-8775-e50e6ac111b0" providerId="ADAL" clId="{2FBCE334-D629-49FD-9448-DEBCBF5BBF77}" dt="2026-09-15T08:14:14.410" v="709" actId="313"/>
      <pc:docMkLst>
        <pc:docMk/>
      </pc:docMkLst>
      <pc:sldChg chg="new del">
        <pc:chgData name="Heemskerk, J.P.H. (Joris)" userId="be9757c8-c787-49b9-8775-e50e6ac111b0" providerId="ADAL" clId="{2FBCE334-D629-49FD-9448-DEBCBF5BBF77}" dt="2026-09-15T07:04:41.774" v="48" actId="47"/>
        <pc:sldMkLst>
          <pc:docMk/>
          <pc:sldMk cId="144972409" sldId="256"/>
        </pc:sldMkLst>
      </pc:sldChg>
      <pc:sldChg chg="modSp new mod">
        <pc:chgData name="Heemskerk, J.P.H. (Joris)" userId="be9757c8-c787-49b9-8775-e50e6ac111b0" providerId="ADAL" clId="{2FBCE334-D629-49FD-9448-DEBCBF5BBF77}" dt="2026-09-15T07:40:53.589" v="696" actId="6549"/>
        <pc:sldMkLst>
          <pc:docMk/>
          <pc:sldMk cId="240691603" sldId="257"/>
        </pc:sldMkLst>
        <pc:spChg chg="mod">
          <ac:chgData name="Heemskerk, J.P.H. (Joris)" userId="be9757c8-c787-49b9-8775-e50e6ac111b0" providerId="ADAL" clId="{2FBCE334-D629-49FD-9448-DEBCBF5BBF77}" dt="2026-09-15T07:04:34.693" v="47" actId="20577"/>
          <ac:spMkLst>
            <pc:docMk/>
            <pc:sldMk cId="240691603" sldId="257"/>
            <ac:spMk id="2" creationId="{EF90AF86-3115-CB2C-9AD2-D245E469BEC2}"/>
          </ac:spMkLst>
        </pc:spChg>
        <pc:spChg chg="mod">
          <ac:chgData name="Heemskerk, J.P.H. (Joris)" userId="be9757c8-c787-49b9-8775-e50e6ac111b0" providerId="ADAL" clId="{2FBCE334-D629-49FD-9448-DEBCBF5BBF77}" dt="2026-09-15T07:40:53.589" v="696" actId="6549"/>
          <ac:spMkLst>
            <pc:docMk/>
            <pc:sldMk cId="240691603" sldId="257"/>
            <ac:spMk id="3" creationId="{0511919D-327A-F852-B38A-662DC6331335}"/>
          </ac:spMkLst>
        </pc:spChg>
      </pc:sldChg>
      <pc:sldChg chg="modSp add mod">
        <pc:chgData name="Heemskerk, J.P.H. (Joris)" userId="be9757c8-c787-49b9-8775-e50e6ac111b0" providerId="ADAL" clId="{2FBCE334-D629-49FD-9448-DEBCBF5BBF77}" dt="2026-09-15T08:14:14.410" v="709" actId="313"/>
        <pc:sldMkLst>
          <pc:docMk/>
          <pc:sldMk cId="1537980087" sldId="258"/>
        </pc:sldMkLst>
        <pc:spChg chg="mod">
          <ac:chgData name="Heemskerk, J.P.H. (Joris)" userId="be9757c8-c787-49b9-8775-e50e6ac111b0" providerId="ADAL" clId="{2FBCE334-D629-49FD-9448-DEBCBF5BBF77}" dt="2026-09-15T07:22:31.492" v="276" actId="790"/>
          <ac:spMkLst>
            <pc:docMk/>
            <pc:sldMk cId="1537980087" sldId="258"/>
            <ac:spMk id="2" creationId="{42840D0D-E7B3-8096-D79E-2A9F0701D8E4}"/>
          </ac:spMkLst>
        </pc:spChg>
        <pc:spChg chg="mod">
          <ac:chgData name="Heemskerk, J.P.H. (Joris)" userId="be9757c8-c787-49b9-8775-e50e6ac111b0" providerId="ADAL" clId="{2FBCE334-D629-49FD-9448-DEBCBF5BBF77}" dt="2026-09-15T08:14:14.410" v="709" actId="313"/>
          <ac:spMkLst>
            <pc:docMk/>
            <pc:sldMk cId="1537980087" sldId="258"/>
            <ac:spMk id="3" creationId="{032432EB-68AF-7836-4006-66A556B96CF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9F942-900D-EEBE-FE03-D40B80D63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A578C8-F475-2384-BAFB-1CCABB3ED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8E6E6-C9DF-461D-E7A7-5DE415182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4A94-B06E-479C-8940-C7A9FDF21E2E}" type="datetimeFigureOut">
              <a:rPr lang="en-NL" smtClean="0"/>
              <a:t>15/09/2026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9740B-6EF9-8669-8619-24AF57D7B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9DD24-68E6-E4EF-E4ED-D4597374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B17DE-584F-43A4-8329-EBE35A30ED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38359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1F49-1C00-DF31-3AB1-53DF8C6F1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0A2CC-CDB5-4DF3-AFF0-627926E1C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996B9-9103-36AC-F74F-D3386D584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4A94-B06E-479C-8940-C7A9FDF21E2E}" type="datetimeFigureOut">
              <a:rPr lang="en-NL" smtClean="0"/>
              <a:t>15/09/2026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96DE5-6EE8-9021-44FE-DEED84E6F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FE971-8F40-4AB3-2E32-E0F262BD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B17DE-584F-43A4-8329-EBE35A30ED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71063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A79BB-1F80-D4D4-3B7B-FCB7FF97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59726-9FB9-35B6-AFDD-FC9300D5C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3616A-F69A-D40F-9468-F90FF6EB7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4A94-B06E-479C-8940-C7A9FDF21E2E}" type="datetimeFigureOut">
              <a:rPr lang="en-NL" smtClean="0"/>
              <a:t>15/09/2026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150CD-E890-4742-05F1-C3549E44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109FD-B283-90DE-50B8-ACC97F26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B17DE-584F-43A4-8329-EBE35A30ED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77634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2F96-6B83-7978-935C-DC1E1FC1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E79FE-7C71-DE7C-F275-F858490F2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E6B8B-226F-5029-1275-A4450E46D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A5E9A-1DA2-290E-79EE-E0A5DCE5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4A94-B06E-479C-8940-C7A9FDF21E2E}" type="datetimeFigureOut">
              <a:rPr lang="en-NL" smtClean="0"/>
              <a:t>15/09/2026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0B723-0C09-4900-F80D-DF182C5DF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25608-EE41-13AC-F1A0-E684403F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B17DE-584F-43A4-8329-EBE35A30ED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0415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2597-B956-9DB2-7B43-AB747715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94722-D94D-C173-DD03-51217980E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07DD4-010D-A9F7-D1CA-9BE2F2E03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B50B32-E7C2-B219-0DCB-75F4F03813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652319-B7F7-C83A-A3D9-74000FA25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DDDE07-2904-6A31-067D-D9847F7F8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4A94-B06E-479C-8940-C7A9FDF21E2E}" type="datetimeFigureOut">
              <a:rPr lang="en-NL" smtClean="0"/>
              <a:t>15/09/2026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C6B6B3-13E5-068E-49DD-9DBB9B7AD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C22D70-04EB-9514-B2B8-F7A17D1A7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B17DE-584F-43A4-8329-EBE35A30ED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5414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E934E-474C-52C5-64EA-A15FF0B44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97EDB9-134C-0966-01F8-294426829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4A94-B06E-479C-8940-C7A9FDF21E2E}" type="datetimeFigureOut">
              <a:rPr lang="en-NL" smtClean="0"/>
              <a:t>15/09/2026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4E5A5-AE89-2575-027D-7DEC88694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E1ED9-F7E3-44BD-73CE-6170661D8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B17DE-584F-43A4-8329-EBE35A30ED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570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501602-EB6D-E6C5-2F89-F1AE2B7AB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4A94-B06E-479C-8940-C7A9FDF21E2E}" type="datetimeFigureOut">
              <a:rPr lang="en-NL" smtClean="0"/>
              <a:t>15/09/2026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8718C-91DA-9662-9F6D-EC2048B20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F6937-8768-DBFD-F0B9-CA1CCA69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B17DE-584F-43A4-8329-EBE35A30ED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36428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1852F-187E-7F68-576E-7EA9596CE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4C321-0809-D513-6E2D-0295A3160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31FE5-E754-4804-FD51-E9515CA9B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3C034-9237-23E7-1B02-F671F96D7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4A94-B06E-479C-8940-C7A9FDF21E2E}" type="datetimeFigureOut">
              <a:rPr lang="en-NL" smtClean="0"/>
              <a:t>15/09/2026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6D0B3-630C-73C2-7CAA-9DD49234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8DDEE-E338-EBE4-E4BB-F7FA9C594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B17DE-584F-43A4-8329-EBE35A30ED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6575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45119-CB47-80F7-FD18-6D8C363F5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064C7-A9BE-2ABB-D0EB-78EF24DDE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016F0-923F-BD0A-ECE4-6FEF4200D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05832-28A8-C46C-CD29-B73FD21BA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4A94-B06E-479C-8940-C7A9FDF21E2E}" type="datetimeFigureOut">
              <a:rPr lang="en-NL" smtClean="0"/>
              <a:t>15/09/2026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A32D9-A0F2-04ED-5BA0-1EC14754E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DB543-79AF-9065-7FA1-5EA92D29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B17DE-584F-43A4-8329-EBE35A30ED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4503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34EA5-886E-29F4-782A-93ED90FF3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77A95-B3AE-5A75-2FA3-53EB3112B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CBC25-558F-F5D8-F6EA-D7D55B1B9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4A94-B06E-479C-8940-C7A9FDF21E2E}" type="datetimeFigureOut">
              <a:rPr lang="en-NL" smtClean="0"/>
              <a:t>15/09/2026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744DC-C7F0-9F67-8FF8-CD242A64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D1AA1-5682-A30B-1B2A-981E5E3B5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B17DE-584F-43A4-8329-EBE35A30ED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0903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EE2668-0986-DC17-2D04-14262C9BDA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48172-58F2-BB38-A7D4-0EFAF0AA2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382E9-EC59-91D4-D827-D09A85E75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C4A94-B06E-479C-8940-C7A9FDF21E2E}" type="datetimeFigureOut">
              <a:rPr lang="en-NL" smtClean="0"/>
              <a:t>15/09/2026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11EF5-856E-0BA0-F638-87A3D4AB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DB95D-CA9E-73BE-C763-47654A9A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B17DE-584F-43A4-8329-EBE35A30ED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70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A7834A-70B7-C1AD-1A2F-A296BCB9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C490A-92A3-81D2-C871-62A941DA1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AAD5D-F58E-EA6A-EDFD-E61E695C6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C4A94-B06E-479C-8940-C7A9FDF21E2E}" type="datetimeFigureOut">
              <a:rPr lang="en-NL" smtClean="0"/>
              <a:t>15/09/2026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3EE1D-9508-76C7-E27D-2F9166C13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12DB2-D535-6909-FE5B-DC310C671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B17DE-584F-43A4-8329-EBE35A30EDB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6070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anvas.hu.nl/courses/53808/assignments/42661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0AF86-3115-CB2C-9AD2-D245E469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Pythonondersteuning</a:t>
            </a:r>
            <a:r>
              <a:rPr lang="en-US" dirty="0"/>
              <a:t> – Sessie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1919D-327A-F852-B38A-662DC6331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11:00    </a:t>
            </a:r>
            <a:r>
              <a:rPr lang="en-US" dirty="0" err="1"/>
              <a:t>Kennismaking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11:10    Wat </a:t>
            </a:r>
            <a:r>
              <a:rPr lang="en-US" dirty="0" err="1"/>
              <a:t>willen</a:t>
            </a:r>
            <a:r>
              <a:rPr lang="en-US" dirty="0"/>
              <a:t> </a:t>
            </a:r>
            <a:r>
              <a:rPr lang="en-US" dirty="0" err="1"/>
              <a:t>jullie</a:t>
            </a:r>
            <a:r>
              <a:rPr lang="en-US" dirty="0"/>
              <a:t>?</a:t>
            </a:r>
            <a:endParaRPr lang="en-NL" dirty="0"/>
          </a:p>
          <a:p>
            <a:pPr marL="0" indent="0">
              <a:buNone/>
            </a:pPr>
            <a:r>
              <a:rPr lang="en-US" dirty="0"/>
              <a:t>11:20    Aan de slag</a:t>
            </a:r>
            <a:endParaRPr lang="en-NL" dirty="0"/>
          </a:p>
          <a:p>
            <a:pPr marL="0" indent="0">
              <a:buNone/>
            </a:pPr>
            <a:r>
              <a:rPr lang="en-US" dirty="0"/>
              <a:t>12:20    </a:t>
            </a:r>
            <a:r>
              <a:rPr lang="en-US" dirty="0" err="1"/>
              <a:t>Reflecteren</a:t>
            </a:r>
            <a:endParaRPr lang="en-NL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91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F9B2F-8F57-0CFE-E9FE-D224F0972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40D0D-E7B3-8096-D79E-2A9F0701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Wat kunnen we doen?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432EB-68AF-7836-4006-66A556B96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noProof="0" dirty="0"/>
              <a:t>Introkamp Helpdesk </a:t>
            </a:r>
            <a:r>
              <a:rPr lang="nl-NL" noProof="0" dirty="0">
                <a:hlinkClick r:id="rId2"/>
              </a:rPr>
              <a:t>opdracht</a:t>
            </a:r>
            <a:endParaRPr lang="nl-NL" noProof="0" dirty="0"/>
          </a:p>
          <a:p>
            <a:r>
              <a:rPr lang="nl-NL" dirty="0" err="1"/>
              <a:t>Hubert’s</a:t>
            </a:r>
            <a:r>
              <a:rPr lang="nl-NL" dirty="0"/>
              <a:t> notebook*</a:t>
            </a:r>
          </a:p>
          <a:p>
            <a:r>
              <a:rPr lang="nl-NL" noProof="0" dirty="0"/>
              <a:t>Python “</a:t>
            </a:r>
            <a:r>
              <a:rPr lang="nl-NL" noProof="0" dirty="0" err="1"/>
              <a:t>hello</a:t>
            </a:r>
            <a:r>
              <a:rPr lang="nl-NL" noProof="0" dirty="0"/>
              <a:t> </a:t>
            </a:r>
            <a:r>
              <a:rPr lang="nl-NL" noProof="0" dirty="0" err="1"/>
              <a:t>world</a:t>
            </a:r>
            <a:r>
              <a:rPr lang="nl-NL" noProof="0" dirty="0"/>
              <a:t>”</a:t>
            </a:r>
          </a:p>
          <a:p>
            <a:r>
              <a:rPr lang="nl-NL" noProof="0" dirty="0"/>
              <a:t>Een kijkje in de </a:t>
            </a:r>
            <a:r>
              <a:rPr lang="nl-NL" i="1" dirty="0"/>
              <a:t>p</a:t>
            </a:r>
            <a:r>
              <a:rPr lang="nl-NL" i="1" noProof="0" dirty="0" err="1"/>
              <a:t>rogrammer</a:t>
            </a:r>
            <a:r>
              <a:rPr lang="nl-NL" i="1" noProof="0" dirty="0"/>
              <a:t> </a:t>
            </a:r>
            <a:r>
              <a:rPr lang="nl-NL" i="1" noProof="0" dirty="0" err="1"/>
              <a:t>mindset</a:t>
            </a:r>
            <a:endParaRPr lang="nl-NL" i="1" noProof="0" dirty="0"/>
          </a:p>
          <a:p>
            <a:r>
              <a:rPr lang="nl-NL" dirty="0"/>
              <a:t>Basale</a:t>
            </a:r>
            <a:r>
              <a:rPr lang="nl-NL" noProof="0" dirty="0"/>
              <a:t> opdrachtjes in Python</a:t>
            </a:r>
          </a:p>
          <a:p>
            <a:r>
              <a:rPr lang="nl-NL" dirty="0"/>
              <a:t>Hoe gebruik je Gen-AI</a:t>
            </a:r>
          </a:p>
          <a:p>
            <a:r>
              <a:rPr lang="nl-NL" noProof="0" dirty="0"/>
              <a:t>Specifieke </a:t>
            </a:r>
            <a:r>
              <a:rPr lang="nl-NL" dirty="0"/>
              <a:t>Python packages (e.g., </a:t>
            </a:r>
            <a:r>
              <a:rPr lang="nl-NL" dirty="0" err="1"/>
              <a:t>Numpy</a:t>
            </a:r>
            <a:r>
              <a:rPr lang="nl-NL" dirty="0"/>
              <a:t> &amp; </a:t>
            </a:r>
            <a:r>
              <a:rPr lang="nl-NL" dirty="0" err="1"/>
              <a:t>Pandas</a:t>
            </a:r>
            <a:r>
              <a:rPr lang="nl-NL" dirty="0"/>
              <a:t>)</a:t>
            </a:r>
          </a:p>
          <a:p>
            <a:r>
              <a:rPr lang="nl-NL" noProof="0" dirty="0"/>
              <a:t>Werken met data (inlezen, manipuleren, visualiseren, </a:t>
            </a:r>
            <a:r>
              <a:rPr lang="nl-NL" noProof="0" dirty="0" err="1"/>
              <a:t>etc</a:t>
            </a:r>
            <a:r>
              <a:rPr lang="nl-NL" dirty="0"/>
              <a:t>.)</a:t>
            </a:r>
            <a:endParaRPr lang="nl-NL" noProof="0" dirty="0"/>
          </a:p>
          <a:p>
            <a:r>
              <a:rPr lang="nl-NL" noProof="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3798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72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Pythonondersteuning – Sessie 1</vt:lpstr>
      <vt:lpstr>Wat kunnen we doen?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Heemskerk, J.P.H. (Joris)</dc:creator>
  <cp:lastModifiedBy>Heemskerk, J.P.H. (Joris)</cp:lastModifiedBy>
  <cp:revision>1</cp:revision>
  <dcterms:created xsi:type="dcterms:W3CDTF">2026-09-15T07:04:02Z</dcterms:created>
  <dcterms:modified xsi:type="dcterms:W3CDTF">2026-09-15T08:14:23Z</dcterms:modified>
</cp:coreProperties>
</file>